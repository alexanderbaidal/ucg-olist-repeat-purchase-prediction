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88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2886" y="306057"/>
            <a:ext cx="3758077" cy="112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3600" dirty="0" err="1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Defensa</a:t>
            </a:r>
            <a:r>
              <a:rPr lang="en-US" sz="36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de</a:t>
            </a:r>
          </a:p>
          <a:p>
            <a:pPr indent="0" algn="ctr">
              <a:lnSpc>
                <a:spcPts val="2430"/>
              </a:lnSpc>
              <a:buSzPct val="100000"/>
              <a:buNone/>
            </a:pPr>
            <a:endParaRPr lang="en-US" sz="360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36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600" dirty="0" err="1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Análisis</a:t>
            </a:r>
            <a:r>
              <a:rPr lang="en-US" sz="36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de Caso</a:t>
            </a:r>
          </a:p>
        </p:txBody>
      </p:sp>
      <p:sp>
        <p:nvSpPr>
          <p:cNvPr id="3" name="Text 1"/>
          <p:cNvSpPr/>
          <p:nvPr/>
        </p:nvSpPr>
        <p:spPr>
          <a:xfrm>
            <a:off x="3599844" y="1547369"/>
            <a:ext cx="194416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en-US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Título del Proyecto</a:t>
            </a:r>
          </a:p>
        </p:txBody>
      </p:sp>
      <p:sp>
        <p:nvSpPr>
          <p:cNvPr id="4" name="Text 2"/>
          <p:cNvSpPr/>
          <p:nvPr/>
        </p:nvSpPr>
        <p:spPr>
          <a:xfrm>
            <a:off x="3158836" y="2300846"/>
            <a:ext cx="29781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Maestrante(s): 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[Nombre(s)]</a:t>
            </a:r>
          </a:p>
        </p:txBody>
      </p:sp>
      <p:sp>
        <p:nvSpPr>
          <p:cNvPr id="5" name="Text 3"/>
          <p:cNvSpPr/>
          <p:nvPr/>
        </p:nvSpPr>
        <p:spPr>
          <a:xfrm>
            <a:off x="3488420" y="2752639"/>
            <a:ext cx="21670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Tutor(a): 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[Nombre]</a:t>
            </a:r>
          </a:p>
        </p:txBody>
      </p:sp>
      <p:sp>
        <p:nvSpPr>
          <p:cNvPr id="6" name="Text 4"/>
          <p:cNvSpPr/>
          <p:nvPr/>
        </p:nvSpPr>
        <p:spPr>
          <a:xfrm>
            <a:off x="3488420" y="3144950"/>
            <a:ext cx="21670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ts val="2430"/>
              </a:lnSpc>
              <a:buSzPct val="100000"/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Fecha: </a:t>
            </a:r>
            <a:r>
              <a:rPr lang="en-US" sz="14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[dd/mm/aaaa]</a:t>
            </a:r>
          </a:p>
        </p:txBody>
      </p:sp>
      <p:sp>
        <p:nvSpPr>
          <p:cNvPr id="8" name="Text 6"/>
          <p:cNvSpPr/>
          <p:nvPr/>
        </p:nvSpPr>
        <p:spPr>
          <a:xfrm>
            <a:off x="3006895" y="4410771"/>
            <a:ext cx="31300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Maestría en Inteligencia Artificial y Ciencia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  <a:sym typeface="Arial"/>
              </a:rPr>
              <a:t>Agenda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objetivos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estrategia (EDA + preparación)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Modelos: diseño, entrenamiento y validación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interpretación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Ética, riesgos y limitaciones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trabajo futuro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1. Problema y Contexto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dominio: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[Escriba descripción en 2–3 líneas]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37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/ necesidad: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998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[Escriba aquí]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8417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15783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[Quién impacta y por qué]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249561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84339"/>
            <a:ext cx="7924800" cy="1249561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Pregunta Guía y Decisión</a:t>
            </a:r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 guía?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8105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[Escriba aquí]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589139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que habilita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15829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[Escriba aquí]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Objetivos y Criterios de Éxito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[Escriba aquí]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5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éxito: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23654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principal: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mínimo aceptable: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2. Datos: Descripción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21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[interno/externo]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 (Y):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relevantes (X):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Faltantes / sesgos / privacidad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Preparación y EDA: Hallazgos Clave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preprocesamiento: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45715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del EDA (3–5):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773263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Features y Baseline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 / Selección / Desbalance: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37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998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Métrica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3. Modelos: Candidatos y Selección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Evaluados: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[Modelo A]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Pros: [ ] | Contras: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[Modelo B]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Pros: [ ] | Contras: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[Modelo C]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Pros: [ ] | Contras: [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219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final y justificación: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2380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Diseño Experimental y Validación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82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 CV: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Anti-leakage: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[semilla/versiones]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670471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Resultados e Interpretación</a:t>
            </a:r>
          </a:p>
        </p:txBody>
      </p:sp>
      <p:sp>
        <p:nvSpPr>
          <p:cNvPr id="4" name="Text 2"/>
          <p:cNvSpPr/>
          <p:nvPr/>
        </p:nvSpPr>
        <p:spPr>
          <a:xfrm>
            <a:off x="838200" y="147816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 |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final: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 |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7243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en el caso: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8854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75421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típicos / casos límite: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07032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Prototipo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Despliegue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Opcional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propuesta: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Inferencia → Integración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837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99854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Latencia: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Monitoreo: [ 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3600" b="1" dirty="0" err="1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Ética</a:t>
            </a: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, Privacidad y Riesgos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Sesgos + mitigaciones: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56567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313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Privacidad/seguridad + controles: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2474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6131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uso responsable: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92923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5. Conclusiones y Trabajo Futuro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(3–5):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67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76954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085654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4513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76743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EC6A16"/>
                </a:solidFill>
                <a:latin typeface="Calibri"/>
                <a:ea typeface="Calibri"/>
                <a:cs typeface="Calibri"/>
              </a:rPr>
              <a:t>6. Anexos y Entregables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82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1 (EDA):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[ruta/enlace]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2 (Modelos):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[ruta/enlace]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/ Demo: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[si aplica]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(si públicos):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[enlace]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técnica: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[enlace]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6858" y="1689795"/>
            <a:ext cx="285028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802" y="2543175"/>
            <a:ext cx="20522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05715" y="3267075"/>
            <a:ext cx="37324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Casa Grande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Maestría en IA y Ciencia de Datos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524</Words>
  <Application>Microsoft Office PowerPoint</Application>
  <PresentationFormat>On-screen Show (16:9)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Roque Hernandez</cp:lastModifiedBy>
  <cp:revision>2</cp:revision>
  <dcterms:created xsi:type="dcterms:W3CDTF">2025-12-09T17:20:41Z</dcterms:created>
  <dcterms:modified xsi:type="dcterms:W3CDTF">2025-12-09T17:50:00Z</dcterms:modified>
</cp:coreProperties>
</file>